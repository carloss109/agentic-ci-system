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Agent vs. Human (1–5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 Score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Data Collection</c:v>
                  </c:pt>
                  <c:pt idx="1">
                    <c:v>AMC Rating</c:v>
                  </c:pt>
                  <c:pt idx="2">
                    <c:v>Scenario Planning</c:v>
                  </c:pt>
                  <c:pt idx="3">
                    <c:v>ECOMO Calc.</c:v>
                  </c:pt>
                  <c:pt idx="4">
                    <c:v>Blind Spot Check</c:v>
                  </c:pt>
                  <c:pt idx="5">
                    <c:v>Recommendation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Data Collection</c:v>
                  </c:pt>
                  <c:pt idx="1">
                    <c:v>AMC Rating</c:v>
                  </c:pt>
                  <c:pt idx="2">
                    <c:v>Scenario Planning</c:v>
                  </c:pt>
                  <c:pt idx="3">
                    <c:v>ECOMO Calc.</c:v>
                  </c:pt>
                  <c:pt idx="4">
                    <c:v>Blind Spot Check</c:v>
                  </c:pt>
                  <c:pt idx="5">
                    <c:v>Recommendation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STRATEGY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651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vs Anthropic vs Google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Competitive Intelligence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3703320"/>
            <a:ext cx="50292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Martín Oliveros</a:t>
            </a:r>
            <a:pPr algn="l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Team 7  |  BA1  |  UFV Corporate Intelligence 2025–2026  |  25 April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QUESTION: Single-vendor commitment vs. multi-vendor strategy for European Fortune 500?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THE SITUATION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Q1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718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Microsoft. Widest enterprise adoption. API pricing $5/M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743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78308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9184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regulatory hires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9718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AI. Best EU compliance positioning. AWS-backed ($4B).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868680"/>
            <a:ext cx="2743200" cy="10972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7220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7220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context window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9718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EU data centres. Deepest infrastructure. Vertex AI integration.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Crunchbase, Anthropic Model Card, Google Cloud Pricing Page, Microsoft 10-K FY2025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KEY CI FINDINGS — AMC ANALYSIS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246888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463040"/>
                <a:gridCol w="1463040"/>
                <a:gridCol w="128016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3/5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5/5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3429000"/>
            <a:ext cx="73152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76732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dominates on all three AMC dimensions — but a European Fortune 500 should not default to Google simply because of capability superiority. OpenAI's Microsoft dependency creates pricing risk; Anthropic's lower capability rating is offset by the strongest EU regulatory positioning of the three. The competitive gap between vendors is narrowing rapidly.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KEY CI FINDINGS — SCENARIO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 rot="16200000">
            <a:off x="320040" y="2194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34747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777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EU ENFORCEMENT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777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EU ENFORCEMENT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14300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89888" y="1307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Regulated Champion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20%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wins EU certification + technical lead. Winner-takes-most.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34747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43000"/>
            <a:ext cx="347472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307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Compliance Maze 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40%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converge. Regulatory complexity becomes the key differentiator.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315468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89888" y="3319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American Oligopoly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4023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enforcement. One US vendor dominates without constraint.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15468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38928" y="3319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Open Source Disruption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15%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4023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+ weak enforcement. Open-source models viable for enterprise.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Likely Scenario (40% probability)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KEY CI FINDINGS — ECOMO EXPECTED VALUE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4F6F8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Single-Vendor (Google)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€5.99M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Scenario-Weighted Expected Value (3-yr NPV, 8% discount)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24912"/>
            <a:ext cx="3840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Simpler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Volume discounts available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in Q1 scenario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2245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Lock-in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4531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Regulatory exposure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Weaker downside scenarios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14800" cy="4114800"/>
          </a:xfrm>
          <a:prstGeom prst="rect">
            <a:avLst/>
          </a:prstGeom>
          <a:solidFill>
            <a:srgbClr val="D6E4F0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41148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(Google + Anthropic)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€8.41M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84632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Scenario-Weighted Expected Value (3-yr NPV, 8% discount)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724912"/>
            <a:ext cx="3840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108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€2.42M higher expected value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Regulatory risk reduction (−€3M fine EV)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Wins in 3 of 4 scenarios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593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2245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Higher Year 1 cost (+€1.5M)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4531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Integration complexity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6817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Requires AI engineering maturity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69480" y="822960"/>
            <a:ext cx="1554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822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LIVE AGENT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CI System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32588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Question 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920240"/>
            <a:ext cx="137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325880"/>
            <a:ext cx="132588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Tool → Observe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137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25880"/>
            <a:ext cx="1325880" cy="1188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· Crunchbase · Web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137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325880"/>
            <a:ext cx="132588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920240"/>
            <a:ext cx="137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325880"/>
            <a:ext cx="13258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ANALYST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· Scenario · ECOMO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920240"/>
            <a:ext cx="137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325880"/>
            <a:ext cx="13258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4173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1920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697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Demonstrated (TN10–TN12)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28600" y="3154680"/>
            <a:ext cx="4114800" cy="640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191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Tool call → Observe → Re-reason until answer is complete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154680"/>
            <a:ext cx="4114800" cy="640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91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API · Crunchbase · Web scraping · Patent databases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931920"/>
            <a:ext cx="4114800" cy="640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tagged HIGH / MEDIUM / LOW based on source quality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931920"/>
            <a:ext cx="4114800" cy="640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 mandatory · LOW-confidence items flagged for human review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Pages: https://[team7].github.io/agentic-ci-system/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AGENT EVALUATION — WHERE IT WORKS, WHERE IT FAILS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777240"/>
            <a:ext cx="3429000" cy="16002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32120" y="822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Hallucination Caught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32120" y="11430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cited a 'Gartner 2025 Magic Quadrant' figure that did not exist in retrieved documents. Detected via mandatory source-attribution check. Fixed by adding a 'source not found → MEDIUM confidence' fallback.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2487168"/>
            <a:ext cx="34290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Best At: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Systematic OSINT data 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AMC scoring from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Consistent ECOMO arithmetic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321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Weakest At: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321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Scenario creativity &amp; strategic nuance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Interpreting ambiguous regulatory signals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4370832"/>
            <a:ext cx="854964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4074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Classification: LIMITED RISK → Transparency obligations apply. Human analyst must validate all outputs before decisions are made.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STRATEGIC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MEDIUM-HIGH (70%)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Strategy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(primary) + Anthropic on AWS Bedrock (secondary)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EVIDENCE POINTS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850392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78608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786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NPV of €8.41M expected value — €2.42M more than single-vendor, winning in 3 of 4 scenarios including the most likely (Compliance Maze, 40%).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36976"/>
            <a:ext cx="850392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36976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369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735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asymmetry: Anthropic is the only vendor with published EU AI Act compliance documentation and 47 EU regulatory hires in Q1 2026 — directly reducing GDPR/AI Act fine exposure.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850392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95344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953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API abstraction layer reduces switching cost from €11M to €2–3M, preserving strategic flexibility as the market continues to evolve.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902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ACTION: Max 24-month contracts | Data portability clause | MFN pricing clause | Technology review trigger at &gt;10% benchmark gap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CI System — Enterprise AI Vendor Strategy</dc:title>
  <dc:subject>PptxGenJS Presentation</dc:subject>
  <dc:creator>Carlos Martín Oliveros</dc:creator>
  <cp:lastModifiedBy>Carlos Martín Oliveros</cp:lastModifiedBy>
  <cp:revision>1</cp:revision>
  <dcterms:created xsi:type="dcterms:W3CDTF">2026-05-07T07:55:44Z</dcterms:created>
  <dcterms:modified xsi:type="dcterms:W3CDTF">2026-05-07T07:55:44Z</dcterms:modified>
</cp:coreProperties>
</file>